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743200" cy="27432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194560" cy="310896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AI CODING WORKSHOP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실습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워크숍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환경 설정부터 보안 취약점 수정까지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</a:rPr>
              <a:t>Skill &amp; Agent 실전 활용 가이드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274320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Python · Git · VSCode · OpenCode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INDEX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워크숍 흐름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6002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8912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환경 설치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Python · Git · VSCode 설치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6002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371600"/>
            <a:ext cx="16002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76272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OpenCode 설정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CLI 설치 &amp; API 키 연결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371600"/>
            <a:ext cx="16002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371600"/>
            <a:ext cx="160020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13632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시연 실습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13632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코드 리뷰 → 테스트 → 수정·검증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371600"/>
            <a:ext cx="16002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1371600"/>
            <a:ext cx="160020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2356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923C"/>
                </a:solidFill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50992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심화 실습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50992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린트 → 기능 추가 → 리팩토링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0" y="1371600"/>
            <a:ext cx="1600200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1371600"/>
            <a:ext cx="160020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50876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388352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나만의 도구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88352" y="260604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Skill &amp; Agent 직접 제작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STEP 01 — 환경 설치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설치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41732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399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다운로드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1691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python.org → Downloads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최신 Python 3.10+ 선택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542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514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설치 옵션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2834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✅  Add Python to PATH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✅  Install for all users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70332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685032"/>
            <a:ext cx="384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설치 확인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39776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터미널 열기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python --version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0" y="1371600"/>
            <a:ext cx="3749040" cy="3291840"/>
          </a:xfrm>
          <a:prstGeom prst="rect">
            <a:avLst/>
          </a:prstGeom>
          <a:solidFill>
            <a:srgbClr val="16203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0" y="1371600"/>
            <a:ext cx="3749040" cy="320040"/>
          </a:xfrm>
          <a:prstGeom prst="rect">
            <a:avLst/>
          </a:prstGeom>
          <a:solidFill>
            <a:srgbClr val="1A27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49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Terminal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2064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버전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--version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가상환경 테스트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test_env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💡  macOS: brew install python3  |  Linux: sudo apt install python3 python3-pip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STEP 01 — 환경 설치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설치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716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37160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Windows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828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Git.Git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또는 git-scm.com 에서 설치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1371600"/>
            <a:ext cx="274320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macOS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0" y="1828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git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또는 xcode-select --install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13716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371600"/>
            <a:ext cx="2743200" cy="45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Linux (Ubuntu)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1828800"/>
            <a:ext cx="2560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git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설치 확인 &amp; 초기 설정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16203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--version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user.name "홍길동"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config --global user.email "hong@example.com"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STEP 01 — 환경 설치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VSCode 설치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463040"/>
            <a:ext cx="54864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3716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code.visualstudio.com 접속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176272"/>
            <a:ext cx="54864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20848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운영체제에 맞는 버전 다운로드 및 설치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889504"/>
            <a:ext cx="54864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27980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설치 시 PATH 추가 옵션 체크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3602736"/>
            <a:ext cx="54864" cy="38404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351129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터미널에서 code --version 확인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1325880"/>
            <a:ext cx="3840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37760" y="1325880"/>
            <a:ext cx="384048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추천 확장 프로그램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074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· Python (ms-python)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16636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파이썬 공식 지원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07492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· Pylance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6636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타입 검사 &amp; 자동완성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74920" y="3255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· GitLens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166360" y="35112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Git 시각화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074920" y="3968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· REST Client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166360" y="4224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API 테스트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4663440"/>
            <a:ext cx="8412480" cy="310896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</a:rPr>
              <a:t>💡  Ctrl+` 로 내장 터미널 열기 | 한국어 팩: Korean Language Pack 확장 설치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STEP 02 — OpenCode 설정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OpenCode 설치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280160"/>
            <a:ext cx="8412480" cy="475488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280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</a:rPr>
              <a:t>📌  이 슬라이드는 강사가 직접 작성합니다 — OpenCode 설치 방법을 여기에 추가하세요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1993392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97510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1920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npm / 패키지 매니저 설치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2194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강사 제공 설치 명령어를 여기에 기입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706624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68833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22960" y="2633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API 키 발급 &amp; 연결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2907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환경 변수 또는 설정 파일에 키 등록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419856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40156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33467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프로젝트 초기화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2960" y="36210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opencode init 또는 해당 명령어 실행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65760" y="4133088"/>
            <a:ext cx="347472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1148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22960" y="40599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동작 확인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22960" y="433425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opencode --version 또는 상태 확인 명령어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개념 이해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vs Agent — 핵심 차이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417320"/>
            <a:ext cx="1188720" cy="274320"/>
          </a:xfrm>
          <a:prstGeom prst="rect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399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분석 · 생성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Skill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읽기 전용 전문가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코드를 분석하고 보고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파일 생성은 가능 (테스트 파일 등)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기존 소스 코드는 수정하지 않음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/slash-command 로 호출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3566160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1417320"/>
            <a:ext cx="1188720" cy="274320"/>
          </a:xfrm>
          <a:prstGeom prst="rect">
            <a:avLst/>
          </a:prstGeom>
          <a:solidFill>
            <a:srgbClr val="FB923C">
              <a:alpha val="22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39903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수정 · 검증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9204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923C"/>
                </a:solidFill>
              </a:rPr>
              <a:t>Agent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실행 &amp; 수정 담당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24028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코드를 직접 수정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테스트 실행 및 검증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여러 Agent 병렬 실행 가능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자연어 지시로 호출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시연 STEP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/review-code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리뷰 Skill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</a:rPr>
              <a:t>Skill이 하는 일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9202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SQL Injection 취약점 탐지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하드코딩된 시크릿 키 발견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XSS (Cross-Site Scripting) 위험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인증 누락 엔드포인트 식별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4297680"/>
            <a:ext cx="4114800" cy="594360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97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🔑  Skill은 분석 결과를 보여주지만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</a:rPr>
              <a:t>     코드를 수정하지는 않습니다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3429000"/>
          </a:xfrm>
          <a:prstGeom prst="rect">
            <a:avLst/>
          </a:prstGeom>
          <a:solidFill>
            <a:srgbClr val="16203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463040"/>
            <a:ext cx="4023360" cy="292608"/>
          </a:xfrm>
          <a:prstGeom prst="rect">
            <a:avLst/>
          </a:prstGeom>
          <a:solidFill>
            <a:srgbClr val="1A27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/review-code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[HIGH] SQL Injection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db.py:42 — f-string 쿼리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[HIGH] Hardcoded Secret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server.py:8 — SECRET_KEY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[MED] XSS Risk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 server.py:67 — 미검증 입력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⚪ [LOW] No Rate Limiting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시연 STEP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/gen-test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생성 Skill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</a:rPr>
              <a:t>무엇을 만드는가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9202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모든 엔드포인트 pytest 파일 자동 생성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SQL Injection 시도 테스트 포함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인증 우회 시도 테스트 포함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현재 취약 코드 → 일부 테스트 실패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4297680"/>
            <a:ext cx="4114800" cy="594360"/>
          </a:xfrm>
          <a:prstGeom prst="rect">
            <a:avLst/>
          </a:prstGeom>
          <a:solidFill>
            <a:srgbClr val="FB923C">
              <a:alpha val="1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297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🔑  Step 1의 발견을 테스트 코드로 증명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     실패 = 취약점이 존재한다는 증거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3429000"/>
          </a:xfrm>
          <a:prstGeom prst="rect">
            <a:avLst/>
          </a:prstGeom>
          <a:solidFill>
            <a:srgbClr val="16203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463040"/>
            <a:ext cx="4023360" cy="292608"/>
          </a:xfrm>
          <a:prstGeom prst="rect">
            <a:avLst/>
          </a:prstGeom>
          <a:solidFill>
            <a:srgbClr val="1A27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-m pytest tests/ -v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test_auth_required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 test_get_todos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test_sql_injection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test_hardcoded_secret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test_xss_sanitize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failed, 2 passed in 0.84s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시연 STEP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security-agent + test-agent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&amp; 검증 (병렬 실행)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14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600200"/>
            <a:ext cx="4023360" cy="265176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600200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108960" y="1664208"/>
            <a:ext cx="1188720" cy="256032"/>
          </a:xfrm>
          <a:prstGeom prst="rect">
            <a:avLst/>
          </a:prstGeom>
          <a:solidFill>
            <a:srgbClr val="38BDF8">
              <a:alpha val="2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0" y="1645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코드 수정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security-agent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" y="21031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server.py — SECRET_KEY 환경변수 분리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db.py — 파라미터화 쿼리로 교체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XSS 방지 입력 검증 함수 추가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인증 미들웨어 엔드포인트 적용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600200"/>
            <a:ext cx="4023360" cy="265176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600200"/>
            <a:ext cx="402336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0" y="1664208"/>
            <a:ext cx="1188720" cy="256032"/>
          </a:xfrm>
          <a:prstGeom prst="rect">
            <a:avLst/>
          </a:prstGeom>
          <a:solidFill>
            <a:srgbClr val="34D399">
              <a:alpha val="2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1645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검증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92040" y="16642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test-agent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92040" y="210312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기존 테스트 파일 실행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수정 전: 3 failed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수정 후: 5 passed 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결과 요약 리포트 생성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4389120"/>
            <a:ext cx="8412480" cy="530352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3891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수정 전  </a:t>
            </a:r>
            <a:pPr indent="0" marL="0">
              <a:buNone/>
            </a:pPr>
            <a:r>
              <a:rPr lang="en-US" sz="13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failed, 2 passed  </a:t>
            </a:r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</a:rPr>
              <a:t>→  수정 후  </a:t>
            </a:r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passed ✅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정리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 역할 비교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188720"/>
                <a:gridCol w="201168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도구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하는 일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코드 수정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호출 방법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/review-code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보안·품질·성능 이슈 분석 보고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/슬래시 커맨드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/gen-test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파일 자동 생성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테스트 파일만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/슬래시 커맨드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security-agent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취약점 직접 수정 (server.py, db.py)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지시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test-agent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테스트 실행 및 결과 보고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자연어 지시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7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0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발견 → 증명 → 해결  흐름을 기억하세요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실습 STEP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/lint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품질 점검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발견되는 문제들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92024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ID 검증 로직 중복 (3곳)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제목(title) 검증 중복 (2곳)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Pythonic하지 않은 패턴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</a:rPr>
              <a:t>긴 함수 — 단일 책임 위반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4160520"/>
            <a:ext cx="4114800" cy="731520"/>
          </a:xfrm>
          <a:prstGeom prst="rect">
            <a:avLst/>
          </a:prstGeom>
          <a:solidFill>
            <a:srgbClr val="38BDF8">
              <a:alpha val="12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1605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8BDF8"/>
                </a:solidFill>
              </a:rPr>
              <a:t>✅  확인 포인트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8BDF8"/>
                </a:solidFill>
              </a:rPr>
              <a:t>점수가 몇 점인지, 어떤 중복이 발견되었는지 확인하세요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4023360" cy="3429000"/>
          </a:xfrm>
          <a:prstGeom prst="rect">
            <a:avLst/>
          </a:prstGeom>
          <a:solidFill>
            <a:srgbClr val="16203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463040"/>
            <a:ext cx="4023360" cy="292608"/>
          </a:xfrm>
          <a:prstGeom prst="rect">
            <a:avLst/>
          </a:prstGeom>
          <a:solidFill>
            <a:srgbClr val="1A27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0060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/lint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846320" y="182880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코드 품질 점수: 62 / 100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중복 검출 (3건)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validate_id() × 3 파일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validate_title() × 2 파일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스타일 경고 (5건)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Pythonic 개선 가능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⚪ 복잡도 경고 (2건)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818CF8">
              <a:alpha val="2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실습 STEP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/scaffold priority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기능 자동 추가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14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600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</a:rPr>
              <a:t>Skill이 자동으로 만들어 주는 것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2011680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0391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store.py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2304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priority 필드 추가 (Pydantic 모델)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761488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GET /todos?priority=high 필터 API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511296"/>
            <a:ext cx="4114800" cy="640080"/>
          </a:xfrm>
          <a:prstGeom prst="rect">
            <a:avLst/>
          </a:prstGeom>
          <a:solidFill>
            <a:srgbClr val="1E293B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538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기존 스타일 유지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3803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타입 힌트 · 검증 로직 일관성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4251960"/>
            <a:ext cx="4114800" cy="640080"/>
          </a:xfrm>
          <a:prstGeom prst="rect">
            <a:avLst/>
          </a:prstGeom>
          <a:solidFill>
            <a:srgbClr val="818CF8">
              <a:alpha val="1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4251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18CF8"/>
                </a:solidFill>
              </a:rPr>
              <a:t>✅  확인 포인트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18CF8"/>
                </a:solidFill>
              </a:rPr>
              <a:t>기존 코드 스타일(타입 힌트, Pydantic)과 일관성 있게 생성되었는지 확인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463040"/>
            <a:ext cx="4023360" cy="3429000"/>
          </a:xfrm>
          <a:prstGeom prst="rect">
            <a:avLst/>
          </a:prstGeom>
          <a:solidFill>
            <a:srgbClr val="162032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54880" y="1463040"/>
            <a:ext cx="4023360" cy="292608"/>
          </a:xfrm>
          <a:prstGeom prst="rect">
            <a:avLst/>
          </a:prstGeom>
          <a:solidFill>
            <a:srgbClr val="1A274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1463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store.py  (생성된 코드)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46320" y="1828800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TodoItem(BaseModel):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str = 'medium'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low | medium | high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@app.get('/todos')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list_todos(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priority: str =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34D399">
              <a:alpha val="2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실습 STEP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refactor-agent + docs-agent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리팩토링 &amp; 문서화 (병렬)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1148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600200"/>
            <a:ext cx="402336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600200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refactor-agent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210312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ID 검증 함수 통합 (validate_id)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title 검증 함수 통합 (validate_title)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중복 3건 → 재사용 함수 1개로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기존 동작 보장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600200"/>
            <a:ext cx="4023360" cy="256032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00200"/>
            <a:ext cx="40233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</a:rPr>
              <a:t>docs-agent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92040" y="210312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API 엔드포인트 전체 문서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curl 예시 자동 포함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docs/API.md 파일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요청·응답 스펙 명세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2976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✅  확인 포인트: 중복이 제거되었는지  |  API 문서에 curl 예시가 포함되어 있는지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FB923C">
              <a:alpha val="25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</a:rPr>
              <a:t>보너스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나만의 Skill &amp; Agent 만들기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25880"/>
            <a:ext cx="402336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325880"/>
            <a:ext cx="402336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89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/api-map Skill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8745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skill-creator에게 설명 전달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.claude/skills/api-map/SKILL.md 자동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app.py 라우트 파싱 → 표 출력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/api-map 으로 즉시 실행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4343400"/>
            <a:ext cx="4023360" cy="29260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343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→  코드 수정 없이 분석만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325880"/>
            <a:ext cx="4023360" cy="3291840"/>
          </a:xfrm>
          <a:prstGeom prst="rect">
            <a:avLst/>
          </a:prstGeom>
          <a:solidFill>
            <a:srgbClr val="1E293B"/>
          </a:solidFill>
          <a:ln w="1905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1389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docstring-agent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92040" y="187452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.claude/agents/docstring-agent.md 생성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docstring 없는 함수 탐지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Google 스타일 한글 docstring 삽입</a:t>
            </a:r>
            <a:endParaRPr lang="en-US" sz="12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200" dirty="0">
                <a:solidFill>
                  <a:srgbClr val="F8FAFC"/>
                </a:solidFill>
              </a:rPr>
              <a:t>자연어로 에이전트 호출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4343400"/>
            <a:ext cx="4023360" cy="292608"/>
          </a:xfrm>
          <a:prstGeom prst="rect">
            <a:avLst/>
          </a:prstGeom>
          <a:solidFill>
            <a:srgbClr val="818CF8">
              <a:alpha val="1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4343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→  함수 로직은 건드리지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F87171">
              <a:alpha val="25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</a:rPr>
              <a:t>트러블슈팅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해결 가이드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50292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71600"/>
            <a:ext cx="841248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F8717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371600"/>
            <a:ext cx="64008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417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증상  Skill이 실행되지 않음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17190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  .claude/skills/ 폴더에 SKILL.md 파일이 있는지 확인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240280"/>
            <a:ext cx="841248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FB923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2240280"/>
            <a:ext cx="64008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증상  Agent가 작동하지 않음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0352" y="25877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  .claude/agents/ 폴더에 에이전트 파일이 있는지 확인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3108960"/>
            <a:ext cx="841248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5760" y="3108960"/>
            <a:ext cx="64008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31546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증상  import 오류 발생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0352" y="3456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  pip install -r requirements.txt 실행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977640"/>
            <a:ext cx="8412480" cy="749808"/>
          </a:xfrm>
          <a:prstGeom prst="rect">
            <a:avLst/>
          </a:prstGeom>
          <a:solidFill>
            <a:srgbClr val="1E293B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3977640"/>
            <a:ext cx="64008" cy="7498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40233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증상  Python 버전 문제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30352" y="4325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  python --version → 3.10 이상 필요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4D399">
              <a:alpha val="1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오늘의 핵심 정리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🔍  Skill — 분석·생성 전문가 (코드 수정 ❌)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🤖  Agent — 직접 실행·수정 담당 (병렬 가능)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59689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📋  발견 → 증명 → 해결 흐름으로 신뢰성 확보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25526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🛠  나만의 Skill·Agent로 반복 작업 자동화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3200400" cy="27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수고하셨습니다! 🎉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2026-03-22T11:38:47Z</dcterms:created>
  <dcterms:modified xsi:type="dcterms:W3CDTF">2026-03-22T11:38:47Z</dcterms:modified>
</cp:coreProperties>
</file>