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645920"/>
            <a:ext cx="5029200" cy="5029200"/>
          </a:xfrm>
          <a:prstGeom prst="ellipse">
            <a:avLst/>
          </a:prstGeom>
          <a:solidFill>
            <a:srgbClr val="818CF8">
              <a:alpha val="9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WORKSHOP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CodeMate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OpenCode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설치부터 Multi-Agent · Skills 실전 활용까지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560320" cy="228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VSCode · Python · Git · OpenCode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전체 진행시간  약 40분  (시연 + 실습)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1280160" cy="274320"/>
          </a:xfrm>
          <a:prstGeom prst="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640080"/>
          </a:xfrm>
          <a:prstGeom prst="rect">
            <a:avLst/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457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OpenCode 소개 &amp; 기본 기능 시연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 소개 · Docs · 설치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426464"/>
            <a:ext cx="2286000" cy="256032"/>
          </a:xfrm>
          <a:prstGeom prst="rect">
            <a:avLst/>
          </a:prstGeom>
          <a:solidFill>
            <a:srgbClr val="38BDF8">
              <a:alpha val="15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08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[시연1] 프로젝트 오류 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4264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5분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8321040" cy="640080"/>
          </a:xfrm>
          <a:prstGeom prst="rect">
            <a:avLst/>
          </a:prstGeom>
          <a:solidFill>
            <a:srgbClr val="111B2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11680"/>
            <a:ext cx="457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Multi-Agent &amp; Custom 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340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구조 설명 · 설정 · 단축키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176272"/>
            <a:ext cx="2286000" cy="256032"/>
          </a:xfrm>
          <a:prstGeom prst="rect">
            <a:avLst/>
          </a:prstGeom>
          <a:solidFill>
            <a:srgbClr val="818CF8">
              <a:alpha val="15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[시연2] Agent로 버그 픽스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21762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7분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761488"/>
            <a:ext cx="8321040" cy="640080"/>
          </a:xfrm>
          <a:prstGeom prst="rect">
            <a:avLst/>
          </a:prstGeom>
          <a:solidFill>
            <a:srgbClr val="141E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761488"/>
            <a:ext cx="457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529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Skills 활용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Skills 소개 · 예시 · Skill Creator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2926080"/>
            <a:ext cx="2286000" cy="256032"/>
          </a:xfrm>
          <a:prstGeom prst="rect">
            <a:avLst/>
          </a:prstGeom>
          <a:solidFill>
            <a:srgbClr val="34D399">
              <a:alpha val="15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07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[시연3] 테스트 자동화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2926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5분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511296"/>
            <a:ext cx="8321040" cy="640080"/>
          </a:xfrm>
          <a:prstGeom prst="rect">
            <a:avLst/>
          </a:prstGeom>
          <a:solidFill>
            <a:srgbClr val="111B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511296"/>
            <a:ext cx="4572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027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활용 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Web · Obsidian · Custom Provider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89520" y="3675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5분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261104"/>
            <a:ext cx="8321040" cy="640080"/>
          </a:xfrm>
          <a:prstGeom prst="rect">
            <a:avLst/>
          </a:prstGeom>
          <a:solidFill>
            <a:srgbClr val="141E3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261104"/>
            <a:ext cx="45720" cy="6400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35254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0584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향후 로드맵 &amp; Q&amp;A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4590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Desktop 시연 · 질의응답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4425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10분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37744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실습 시나리오 개요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vs 실습 — 두 가지 시나리오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069080" cy="3566160"/>
          </a:xfrm>
          <a:prstGeom prst="rect">
            <a:avLst/>
          </a:prstGeom>
          <a:solidFill>
            <a:srgbClr val="141E30"/>
          </a:solidFill>
          <a:ln w="1524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406908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371600"/>
            <a:ext cx="1143000" cy="237744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353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</a:rPr>
              <a:t>강사 진행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🔍  시연 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버그 수정 흐름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0574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0939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[시연1]  프로젝트 코드 오류 분석 요청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9718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0083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[시연2]  test-gen · test-run Agent로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          버그 픽스 (Multi-Agent)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8862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9227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[시연3]  Skills로 테스트 시나리오 자동화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98448"/>
            <a:ext cx="4069080" cy="3566160"/>
          </a:xfrm>
          <a:prstGeom prst="rect">
            <a:avLst/>
          </a:prstGeom>
          <a:solidFill>
            <a:srgbClr val="141E30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98448"/>
            <a:ext cx="40690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371600"/>
            <a:ext cx="1143000" cy="237744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353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참가자 직접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🛠  실습 시나리오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1719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기능 추가 흐름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0574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0939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[실습1]  구현이 덜 된 기능 파악 (코드 분석)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73168" y="29718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0083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[실습2]  function-impl · docs-writer Agent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          기능 추가 (Multi-Agent)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3886200"/>
            <a:ext cx="3822192" cy="749808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92277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</a:rPr>
              <a:t>[실습3]  Skills로 PR 생성 자동화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기본 요구사항:  VSCode  ·  Python  ·  Git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38BDF8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소개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기본 기능 시연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 소개  ·  Docs 페이지  ·  설치 방법  |  5분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60320" cy="274320"/>
          </a:xfrm>
          <a:prstGeom prst="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01 — OpenCode 소개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CodeMate with OpenCode란?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325880"/>
            <a:ext cx="4069080" cy="1554480"/>
          </a:xfrm>
          <a:prstGeom prst="rect">
            <a:avLst/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325880"/>
            <a:ext cx="45720" cy="1554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터미널 기반 AI 코딩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6072" y="18928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CLI 환경에서 바로 실행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브라우저 없이 코드 작업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4069080" cy="1554480"/>
          </a:xfrm>
          <a:prstGeom prst="rect">
            <a:avLst/>
          </a:prstGeom>
          <a:solidFill>
            <a:srgbClr val="141E30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325880"/>
            <a:ext cx="45720" cy="15544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1508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OpenCode 오픈소스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73752" y="18928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go/open-code 내부 Docs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커뮤니티와 함께 발전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063240"/>
            <a:ext cx="4069080" cy="1554480"/>
          </a:xfrm>
          <a:prstGeom prst="rect">
            <a:avLst/>
          </a:prstGeom>
          <a:solidFill>
            <a:srgbClr val="141E3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3063240"/>
            <a:ext cx="45720" cy="1554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Multi-Agent 지원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" y="3630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여러 Agent 병렬 실행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복잡한 작업 분담 처리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3063240"/>
            <a:ext cx="4069080" cy="1554480"/>
          </a:xfrm>
          <a:prstGeom prst="rect">
            <a:avLst/>
          </a:prstGeom>
          <a:solidFill>
            <a:srgbClr val="141E30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3063240"/>
            <a:ext cx="45720" cy="1554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3246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Skills 시스템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73752" y="3630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/slash 커맨드로 작업 자동화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팀 전용 워크플로우 구성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011680" cy="274320"/>
          </a:xfrm>
          <a:prstGeom prst="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01 — 설치 방법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설치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51760" cy="384048"/>
          </a:xfrm>
          <a:prstGeom prst="rect">
            <a:avLst/>
          </a:prstGeom>
          <a:solidFill>
            <a:srgbClr val="818CF8">
              <a:alpha val="15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35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✓  VSCode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61872"/>
            <a:ext cx="2651760" cy="384048"/>
          </a:xfrm>
          <a:prstGeom prst="rect">
            <a:avLst/>
          </a:prstGeom>
          <a:solidFill>
            <a:srgbClr val="38BDF8">
              <a:alpha val="15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2435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✓  Python 3.10+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261872"/>
            <a:ext cx="2651760" cy="384048"/>
          </a:xfrm>
          <a:prstGeom prst="rect">
            <a:avLst/>
          </a:prstGeom>
          <a:solidFill>
            <a:srgbClr val="FB923C">
              <a:alpha val="15000"/>
            </a:srgbClr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2435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✓  Git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143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사전 요구사항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  OpenCode 설치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103120"/>
            <a:ext cx="832104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03120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" y="2432304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강사 제공 설치 명령어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(go/open-code 참조)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816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  실습 파일 다운로드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090672"/>
            <a:ext cx="832104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90672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090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1208" y="3419856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&lt;실습-repo-url&gt;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workshop-project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803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  프로젝트 열기 &amp; 시작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4078224"/>
            <a:ext cx="832104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78224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1208" y="44074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📖  Docs  →  go/open-code   |   이슈  →  go/open-code-issues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3108960" cy="274320"/>
          </a:xfrm>
          <a:prstGeom prst="rect">
            <a:avLst/>
          </a:prstGeom>
          <a:solidFill>
            <a:srgbClr val="F87171">
              <a:alpha val="18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</a:rPr>
              <a:t>시연 Step 1 — 코드 리뷰 Skill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[시연1]  /review-code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Skill → 읽기 전용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발견되는 이슈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19072"/>
            <a:ext cx="45720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[HIGH]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SQL Injection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77440"/>
            <a:ext cx="45720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871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[HIGH]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하드코딩 시크릿 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3580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4553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[MED]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XSS 위험 (미검증 입력)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694176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694176"/>
            <a:ext cx="4572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039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[LOW]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Rate Limiting 누락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407408"/>
            <a:ext cx="4114800" cy="502920"/>
          </a:xfrm>
          <a:prstGeom prst="rect">
            <a:avLst/>
          </a:prstGeom>
          <a:solidFill>
            <a:srgbClr val="F87171">
              <a:alpha val="12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</a:rPr>
              <a:t>🔑  Skill은 분석 결과를 보여주지만 코드를 수정하지 않습니다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389888"/>
            <a:ext cx="4069080" cy="352044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89888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1389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/review-code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3168" y="1719072"/>
            <a:ext cx="388620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[HIGH] SQL 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db.py:42 — f-string 쿼리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[HIGH] Hardcoded 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server.py:8 — SECRET_KEY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[MED] XSS Risk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server.py:67 — 미검증 입력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⚪ [LOW] No Rate Limiting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4건 발견 | 코드 수정: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329184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실습 Step 1 — 코드 품질 점검 Skill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[실습1]  /lint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Skill → 코드 품질 점검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발견되는 문제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19072"/>
            <a:ext cx="45720" cy="5303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ID 검증 로직 중복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3곳에서 동일 코드 반복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77440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제목(title) 검증 중복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2곳에서 동일 패턴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35808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Pythonic하지 않은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리스트 컴프리헨션 미사용 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694176"/>
            <a:ext cx="4114800" cy="530352"/>
          </a:xfrm>
          <a:prstGeom prst="rect">
            <a:avLst/>
          </a:prstGeom>
          <a:solidFill>
            <a:srgbClr val="141E30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694176"/>
            <a:ext cx="45720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긴 함수 / 단일 책임 위반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복잡도 경고 2건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407408"/>
            <a:ext cx="4114800" cy="502920"/>
          </a:xfrm>
          <a:prstGeom prst="rect">
            <a:avLst/>
          </a:prstGeom>
          <a:solidFill>
            <a:srgbClr val="34D399">
              <a:alpha val="12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✅  확인: 점수가 몇 점인지, 어떤 중복이 발견되었는지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389888"/>
            <a:ext cx="4069080" cy="352044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89888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1389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/lint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73168" y="1719072"/>
            <a:ext cx="388620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코드 품질 점수: 62 / 100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중복 검출 (3건)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validate_id() × 3 파일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validate_title() × 2 파일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스타일 경고 (5건)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Pythonic 개선 가능 패턴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⚪ 복잡도 경고 (2건)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 수정: 없음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818CF8">
              <a:alpha val="9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818CF8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Custom Agent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개념 설명  ·  설정 방법  ·  시연  ·  단축키  |  7분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60320" cy="274320"/>
          </a:xfrm>
          <a:prstGeom prst="rect">
            <a:avLst/>
          </a:prstGeom>
          <a:solidFill>
            <a:srgbClr val="818CF8">
              <a:alpha val="1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</a:rPr>
              <a:t>02 — Multi-Agent 개념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구조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7520" y="1234440"/>
            <a:ext cx="3108960" cy="685800"/>
          </a:xfrm>
          <a:prstGeom prst="rect">
            <a:avLst/>
          </a:prstGeom>
          <a:solidFill>
            <a:srgbClr val="141E30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017520" y="1234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🧠  Orchestrator (사용자 지시)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1920240"/>
            <a:ext cx="2743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74920" y="1920240"/>
            <a:ext cx="2743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377440"/>
            <a:ext cx="1920240" cy="1051560"/>
          </a:xfrm>
          <a:prstGeom prst="rect">
            <a:avLst/>
          </a:prstGeom>
          <a:solidFill>
            <a:srgbClr val="141E3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377440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32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test-gen-agent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테스트 코드 생성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2377440"/>
            <a:ext cx="1920240" cy="1051560"/>
          </a:xfrm>
          <a:prstGeom prst="rect">
            <a:avLst/>
          </a:prstGeom>
          <a:solidFill>
            <a:srgbClr val="141E30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2377440"/>
            <a:ext cx="19202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2432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test-run-agent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1460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테스트 실행 &amp; 보고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34840" y="2377440"/>
            <a:ext cx="1920240" cy="1051560"/>
          </a:xfrm>
          <a:prstGeom prst="rect">
            <a:avLst/>
          </a:prstGeom>
          <a:solidFill>
            <a:srgbClr val="141E30"/>
          </a:solidFill>
          <a:ln w="1524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2377440"/>
            <a:ext cx="19202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26280" y="2432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bugfix-agent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2628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버그 수정 적용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46520" y="2377440"/>
            <a:ext cx="1920240" cy="1051560"/>
          </a:xfrm>
          <a:prstGeom prst="rect">
            <a:avLst/>
          </a:prstGeom>
          <a:solidFill>
            <a:srgbClr val="141E30"/>
          </a:solidFill>
          <a:ln w="1524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2377440"/>
            <a:ext cx="19202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2432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정의 agent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37960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필요에 따라 추가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1480" y="35661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병렬 실행으로 작업 시간 단축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각 Agent는 독립된 역할 수행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Orchestrator가 전체 흐름 조율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단축키로 Agent 동작 실시간 확인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60320" cy="274320"/>
          </a:xfrm>
          <a:prstGeom prst="rect">
            <a:avLst/>
          </a:prstGeom>
          <a:solidFill>
            <a:srgbClr val="818CF8">
              <a:alpha val="18000"/>
            </a:srgbClr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</a:rPr>
              <a:t>02 — Custom Agent 설정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만드는 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방법 1  opencode agent create 명령어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8321040" cy="749808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72768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19019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agent create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대화형 프롬프트로 agent 이름·역할·지시사항 입력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방법 2  .opencode/agents/ 폴더에 파일 직접 생성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798064"/>
            <a:ext cx="8321040" cy="192024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798064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.opencode/agents/bugfix-agent.md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" y="3127248"/>
            <a:ext cx="81381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bugfix-agent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버그를 찾아 직접 수정하는 에이전트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Python 버그 수정 전문가입니다.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파일을 직접 수정하고 결과를 보고하세요.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DON'T: 로직 외부 코드 수정, 새 파일 추가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💡  agent 파일을 저장하면 즉시 사용 가능 — 재시작 불필요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3108960" cy="274320"/>
          </a:xfrm>
          <a:prstGeom prst="rect">
            <a:avLst/>
          </a:prstGeom>
          <a:solidFill>
            <a:srgbClr val="F87171">
              <a:alpha val="18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</a:rPr>
              <a:t>시연 Step 2 — 테스트 생성 Skill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[시연2]  /gen-test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Skill → 테스트 파일 생성  (Step 1 문제를 테스트로 증명)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Skill이 생성하는 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5720" cy="42062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모든 엔드포인트 pytest 파일 자동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67712"/>
            <a:ext cx="45720" cy="42062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6771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SQL Injection 시도 테스트 포함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816352"/>
            <a:ext cx="45720" cy="42062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163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인증 우회 시도 테스트 포함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364992"/>
            <a:ext cx="45720" cy="42062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649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취약 코드 → 일부 테스트 실패 (의도적)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4114800" cy="475488"/>
          </a:xfrm>
          <a:prstGeom prst="rect">
            <a:avLst/>
          </a:prstGeom>
          <a:solidFill>
            <a:srgbClr val="FB923C">
              <a:alpha val="12000"/>
            </a:srgbClr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B923C"/>
                </a:solidFill>
              </a:rPr>
              <a:t>🔑  Step 1 발견 → Step 2 테스트로 증명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B923C"/>
                </a:solidFill>
              </a:rPr>
              <a:t>     실패 = 취약점이 존재한다는 증거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526280"/>
            <a:ext cx="4114800" cy="384048"/>
          </a:xfrm>
          <a:prstGeom prst="rect">
            <a:avLst/>
          </a:prstGeom>
          <a:solidFill>
            <a:srgbClr val="64748B">
              <a:alpha val="1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26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Tip: pytest tests/ -v 로 실패 라이브 시연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89888"/>
            <a:ext cx="4069080" cy="352044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89888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389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pytest tests/ -v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73168" y="1719072"/>
            <a:ext cx="388620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test_auth_required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test_get_todos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test_sql_injection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test_hardcoded_secret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test_xss_sanitize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failed, 2 passed in 0.84s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 다음 단계: Agent로 수정 ────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92608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실습 Step 2 — 기능 추가 Skill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[실습2]  /scaffold priority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Skill → 기존 패턴 분석 후 우선순위 기능 자동 생성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자동 생성되는 내용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411480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19072"/>
            <a:ext cx="4572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priority 필드 추가 (Pydantic 모델)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1480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68880"/>
            <a:ext cx="45720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779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GET /todos?priority=high 필터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218688"/>
            <a:ext cx="411480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18688"/>
            <a:ext cx="45720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스타일 유지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5295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기존 타입 힌트 · Pydantic 패턴 일관성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041648"/>
            <a:ext cx="4114800" cy="475488"/>
          </a:xfrm>
          <a:prstGeom prst="rect">
            <a:avLst/>
          </a:prstGeom>
          <a:solidFill>
            <a:srgbClr val="34D399">
              <a:alpha val="12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4D399"/>
                </a:solidFill>
              </a:rPr>
              <a:t>✅  확인: 기존 코드 스타일(타입 힌트, Pydantic)과 일관성 있게 생성되었는지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89888"/>
            <a:ext cx="4069080" cy="3127248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89888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389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store.py — 생성된 코드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1719072"/>
            <a:ext cx="388620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TodoItem(BaseModel):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 = 'medium'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low | medium | high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@app.get('/todos')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list_todos(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 = None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list[TodoItem]: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5486400" cy="5486400"/>
          </a:xfrm>
          <a:prstGeom prst="ellipse">
            <a:avLst/>
          </a:prstGeom>
          <a:solidFill>
            <a:srgbClr val="34D399">
              <a:alpha val="8000"/>
            </a:srgbClr>
          </a:solidFill>
          <a:ln w="12700">
            <a:solidFill>
              <a:srgbClr val="34D399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34D399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활용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Skills 소개  ·  실전 예시  ·  Skill Creator 시연  |  5분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01168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03 — Skills 소개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Skills란?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Agent와의 차이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00200"/>
            <a:ext cx="4069080" cy="1261872"/>
          </a:xfrm>
          <a:prstGeom prst="rect">
            <a:avLst/>
          </a:prstGeom>
          <a:solidFill>
            <a:srgbClr val="141E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600200"/>
            <a:ext cx="45720" cy="12618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Skills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/slash 커맨드로 호출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재사용 가능한 분석·생성 루틴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코드 수정 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017520"/>
            <a:ext cx="4069080" cy="1261872"/>
          </a:xfrm>
          <a:prstGeom prst="rect">
            <a:avLst/>
          </a:prstGeom>
          <a:solidFill>
            <a:srgbClr val="141E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3017520"/>
            <a:ext cx="45720" cy="12618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Agent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4564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자연어로 호출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직접 파일 수정 가능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코드 수정 ✅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12618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실전 사용 예시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1627632"/>
            <a:ext cx="406908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1700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/review-code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1956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보안·품질 이슈 분석 보고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377440"/>
            <a:ext cx="406908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450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/gen-test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엔드포인트 테스트 파일 생성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3127248"/>
            <a:ext cx="406908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3200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/api-map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54880" y="3456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API 엔드포인트 목록 표 출력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3877056"/>
            <a:ext cx="4069080" cy="621792"/>
          </a:xfrm>
          <a:prstGeom prst="rect">
            <a:avLst/>
          </a:prstGeom>
          <a:solidFill>
            <a:srgbClr val="141E30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/scaffold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54880" y="4206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기존 패턴으로 새 기능 생성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926080" cy="274320"/>
          </a:xfrm>
          <a:prstGeom prst="rect">
            <a:avLst/>
          </a:prstGeom>
          <a:solidFill>
            <a:srgbClr val="F87171">
              <a:alpha val="18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7171"/>
                </a:solidFill>
              </a:rPr>
              <a:t>시연 Step 3 — Agent 수정 + 검증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[시연3]  보안 수정 + 테스트 검증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Agent → 코드 직접 수정 + 테스트 실행  (두 Agent 동시 실행)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69080" cy="2084832"/>
          </a:xfrm>
          <a:prstGeom prst="rect">
            <a:avLst/>
          </a:prstGeom>
          <a:solidFill>
            <a:srgbClr val="141E3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0690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389888"/>
            <a:ext cx="1143000" cy="2560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716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코드 수정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792224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server.py — SECRET_KEY 환경변수 분리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db.py — 파라미터화 쿼리로 교체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XSS 방지 입력 검증 함수 추가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069080" cy="2084832"/>
          </a:xfrm>
          <a:prstGeom prst="rect">
            <a:avLst/>
          </a:prstGeom>
          <a:solidFill>
            <a:srgbClr val="141E30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40690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389888"/>
            <a:ext cx="1143000" cy="2560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3716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검증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792224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기존 테스트 파일 실행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수정 전: 3 failed → 수정 후: 5 passed 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결과 요약 리포트 생성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실행 프롬프트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785616"/>
            <a:ext cx="8321040" cy="1188720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85616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785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— 프롬프트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1208" y="4114800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이슈를 수정하고 테스트로 검증해줘.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security-agent로 server.py와 db.py의 보안 취약점을 직접 수정해줘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test-agent로 기존 테스트를 실행해서 수정이 잘 되었는지 검증해줘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에이전트를 동시에 실행해줘.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3657600" cy="274320"/>
          </a:xfrm>
          <a:prstGeom prst="rect">
            <a:avLst/>
          </a:prstGeom>
          <a:solidFill>
            <a:srgbClr val="34D399">
              <a:alpha val="18000"/>
            </a:srgbClr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실습 Step 3 — 리팩토링 + 문서화 Multi-Agent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[실습3]  리팩토링 + 문서화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50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두 Agent 동시 실행  |  refactor-agent + docs-agent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69080" cy="1920240"/>
          </a:xfrm>
          <a:prstGeom prst="rect">
            <a:avLst/>
          </a:prstGeom>
          <a:solidFill>
            <a:srgbClr val="141E3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0690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refactor-agent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ID 검증 함수 통합 (validate_id)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title 검증 함수 통합 (validate_title)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중복 3건 → 재사용 함수 1개로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069080" cy="1920240"/>
          </a:xfrm>
          <a:prstGeom prst="rect">
            <a:avLst/>
          </a:prstGeom>
          <a:solidFill>
            <a:srgbClr val="141E30"/>
          </a:solidFill>
          <a:ln w="1524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98448"/>
            <a:ext cx="406908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API 엔드포인트 전체 문서 생성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curl 예시 자동 포함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docs/API.md 파일 생성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310128"/>
            <a:ext cx="8321040" cy="1170432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310128"/>
            <a:ext cx="832104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— 프롬프트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1208" y="363931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프로젝트를 개선해줘.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refactor-agent로 코드 중복을 정리해줘 (ID 검증, 제목 검증 통합)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docs-agent로 현재 API 전체 문서를 생성해줘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에이전트를 동시에 실행해줘.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608576"/>
            <a:ext cx="8321040" cy="329184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085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✅  확인: 중복이 제거되었는지  |  API 문서에 curl 예시가 포함되어 있는지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560320" cy="274320"/>
          </a:xfrm>
          <a:prstGeom prst="rect">
            <a:avLst/>
          </a:prstGeom>
          <a:solidFill>
            <a:srgbClr val="38BDF8">
              <a:alpha val="18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정리 — 도구 역할 비교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역할 비교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324612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188720"/>
                <a:gridCol w="187452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도구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코드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호출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/review-code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보안·품질·성능 이슈 분석 보고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/gen-test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파일 자동 생성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파일만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security-agent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 직접 수정 (server.py, db.py)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test-agent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테스트 실행 및 결과 보고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코드 품질 점검 및 점수 보고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/scaffold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패턴으로 새 기능 코드 생성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 파일만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refactor-agent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중복 코드 정리·통합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docs-agent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문서 생성 (curl 예시 포함)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626864"/>
            <a:ext cx="8321040" cy="32004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26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발견 → 증명 → 해결  |  Skill은 분석·생성,  Agent는 수정·검증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3474720" cy="274320"/>
          </a:xfrm>
          <a:prstGeom prst="rect">
            <a:avLst/>
          </a:prstGeom>
          <a:solidFill>
            <a:srgbClr val="FCD34D">
              <a:alpha val="18000"/>
            </a:srgbClr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보너스 — 나만의 Skill &amp; Agent 만들기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보너스  나만의 Skill &amp; 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69080" cy="2148840"/>
          </a:xfrm>
          <a:prstGeom prst="rect">
            <a:avLst/>
          </a:prstGeom>
          <a:solidFill>
            <a:srgbClr val="141E30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40690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/api-map  Skill 만들기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6002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skill-creator에게 명세 전달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.claude/skills/api-map/SKILL.md 자동 생성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app.py 라우트 파싱 → 표 출력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/api-map 으로 즉시 실행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346704"/>
            <a:ext cx="4069080" cy="1115568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346704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346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 예시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36758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/skill-creator api-map 스킬을 만들어줘.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FastAPI 라우트 추출하여 표로 출력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코드 수정 없이 분석만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069080" cy="2148840"/>
          </a:xfrm>
          <a:prstGeom prst="rect">
            <a:avLst/>
          </a:prstGeom>
          <a:solidFill>
            <a:srgbClr val="141E3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40690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docstring-agent 만들기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16002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.claude/agents/docstring-agent.md 생성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docstring 없는 함수 탐지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Google 스타일 한글 docstring 삽입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</a:rPr>
              <a:t>자연어로 호출하여 실행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46704"/>
            <a:ext cx="4069080" cy="1115568"/>
          </a:xfrm>
          <a:prstGeom prst="rect">
            <a:avLst/>
          </a:prstGeom>
          <a:solidFill>
            <a:srgbClr val="0D1B2E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46704"/>
            <a:ext cx="4069080" cy="274320"/>
          </a:xfrm>
          <a:prstGeom prst="rect">
            <a:avLst/>
          </a:prstGeom>
          <a:solidFill>
            <a:srgbClr val="07132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346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프롬프트 예시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73168" y="36758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docstring-agent로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practice-scenario/src/의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함수에 docstring을 추가해줘.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141E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트러블슈팅:  Skill 안 됨 → .claude/skills/에 SKILL.md 확인  |  Agent 안 됨 → .claude/agents/에 파일 확인  |  import 에러 → pip install -r requirements.txt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FB923C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B923C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Web · Obsidian Plugin · Custom Provider · 이슈 페이지  |  5분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011680" cy="274320"/>
          </a:xfrm>
          <a:prstGeom prst="rect">
            <a:avLst/>
          </a:prstGeom>
          <a:solidFill>
            <a:srgbClr val="FB923C">
              <a:alpha val="18000"/>
            </a:srgbClr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</a:rPr>
              <a:t>04 — 활용 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활용 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069080" cy="1609344"/>
          </a:xfrm>
          <a:prstGeom prst="rect">
            <a:avLst/>
          </a:prstGeom>
          <a:solidFill>
            <a:srgbClr val="141E3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45720" cy="16093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35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🌐  OpenCode Web 기능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86537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브라우저에서 opencode 사용 가능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go/open-code-web 접속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SSH 없이 어디서든 접근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069080" cy="1609344"/>
          </a:xfrm>
          <a:prstGeom prst="rect">
            <a:avLst/>
          </a:prstGeom>
          <a:solidFill>
            <a:srgbClr val="141E30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98448"/>
            <a:ext cx="45720" cy="160934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35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📝  Obsidian Plugin 활용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86537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노트와 코드 연결하여 문서 자동화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지식 베이스와 코드 맥락 연결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go/open-code-obsidian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81528"/>
            <a:ext cx="4069080" cy="1609344"/>
          </a:xfrm>
          <a:prstGeom prst="rect">
            <a:avLst/>
          </a:prstGeom>
          <a:solidFill>
            <a:srgbClr val="141E3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81528"/>
            <a:ext cx="45720" cy="16093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218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🔌  Custom Provider 추가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36484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개별 모델 직접 연결 가능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.opencode/config.json에 설정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팀 전용 모델 운영 가능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81528"/>
            <a:ext cx="4069080" cy="1609344"/>
          </a:xfrm>
          <a:prstGeom prst="rect">
            <a:avLst/>
          </a:prstGeom>
          <a:solidFill>
            <a:srgbClr val="141E30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81528"/>
            <a:ext cx="45720" cy="16093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218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</a:rPr>
              <a:t>🐛  이슈 페이지 활용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6484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버그 리포트 · 기능 요청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go/open-code-issues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팀 내 개선 사항 공유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029200" cy="5029200"/>
          </a:xfrm>
          <a:prstGeom prst="ellipse">
            <a:avLst/>
          </a:prstGeom>
          <a:solidFill>
            <a:srgbClr val="FCD34D">
              <a:alpha val="8000"/>
            </a:srgbClr>
          </a:solidFill>
          <a:ln w="12700">
            <a:solidFill>
              <a:srgbClr val="FCD34D">
                <a:alpha val="14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CD34D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로드맵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Q&amp;A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OpenCode Desktop 시연  ·  질의응답  |  10분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2880"/>
            <a:ext cx="2286000" cy="274320"/>
          </a:xfrm>
          <a:prstGeom prst="rect">
            <a:avLst/>
          </a:prstGeom>
          <a:solidFill>
            <a:srgbClr val="FCD34D">
              <a:alpha val="18000"/>
            </a:srgbClr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D34D"/>
                </a:solidFill>
              </a:rPr>
              <a:t>05 — 향후 로드맵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로드맵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0292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298448"/>
            <a:ext cx="8321040" cy="749808"/>
          </a:xfrm>
          <a:prstGeom prst="rect">
            <a:avLst/>
          </a:prstGeom>
          <a:solidFill>
            <a:srgbClr val="141E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298448"/>
            <a:ext cx="45720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3898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현재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1371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OpenCode CLI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20240" y="17007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터미널 기반 · Multi-Agent · Skills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✅ 출시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194560"/>
            <a:ext cx="8321040" cy="749808"/>
          </a:xfrm>
          <a:prstGeom prst="rect">
            <a:avLst/>
          </a:prstGeom>
          <a:solidFill>
            <a:srgbClr val="11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194560"/>
            <a:ext cx="457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근 미래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20240" y="22677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OpenCode Desktop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920240" y="25968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GUI 환경 · 시각적 Agent 모니터링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75120" y="2377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🔜 시연 예정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090672"/>
            <a:ext cx="8321040" cy="749808"/>
          </a:xfrm>
          <a:prstGeom prst="rect">
            <a:avLst/>
          </a:prstGeom>
          <a:solidFill>
            <a:srgbClr val="141E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480" y="3090672"/>
            <a:ext cx="45720" cy="7498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1821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중기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3163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팀 협업 기능 강화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920240" y="3493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공유 Agent · Skills 마켓플레이스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7512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📋 계획 중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986784"/>
            <a:ext cx="8321040" cy="749808"/>
          </a:xfrm>
          <a:prstGeom prst="rect">
            <a:avLst/>
          </a:prstGeom>
          <a:solidFill>
            <a:srgbClr val="111B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3986784"/>
            <a:ext cx="45720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장기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920240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Custom Provider 확장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92024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더 많은 모델 지원 · 온프레미스 배포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75120" y="41696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💡 검토 중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4645152"/>
            <a:ext cx="8321040" cy="329184"/>
          </a:xfrm>
          <a:prstGeom prst="rect">
            <a:avLst/>
          </a:prstGeom>
          <a:solidFill>
            <a:srgbClr val="38BDF8">
              <a:alpha val="12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645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🖥  OpenCode Desktop — 지금 바로 시연합니다!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FCD34D">
              <a:alpha val="8000"/>
            </a:srgbClr>
          </a:solidFill>
          <a:ln w="12700">
            <a:solidFill>
              <a:srgbClr val="FCD34D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무엇이든 물어보세요 😊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200400" cy="228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Docs   →   go/open-code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77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Issues   →   go/open-code-issues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Web   →   go/open-code-web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1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오늘의 핵심 정리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1F5F9"/>
                </a:solidFill>
              </a:rPr>
              <a:t>🔍  opencode로 프로젝트 분석 · 기본 작업 자동화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57200" y="183794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1F5F9"/>
                </a:solidFill>
              </a:rPr>
              <a:t>🤖  Custom Agent + Multi-Agent로 복잡한 작업 병렬 처리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25328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1F5F9"/>
                </a:solidFill>
              </a:rPr>
              <a:t>⚡  Skills로 반복 워크플로우를 /slash 커맨드로 자동화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3227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1F5F9"/>
                </a:solidFill>
              </a:rPr>
              <a:t>🛠  Web · Obsidian · Custom Provider로 환경 맞춤 확장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" y="4005072"/>
            <a:ext cx="3657600" cy="228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965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수고하셨습니다! 🎉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2026-03-22T12:05:27Z</dcterms:created>
  <dcterms:modified xsi:type="dcterms:W3CDTF">2026-03-22T12:05:27Z</dcterms:modified>
</cp:coreProperties>
</file>